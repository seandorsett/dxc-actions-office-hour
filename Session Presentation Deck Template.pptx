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8" r:id="rId4"/>
  </p:sldMasterIdLst>
  <p:notesMasterIdLst>
    <p:notesMasterId r:id="rId13"/>
  </p:notesMasterIdLst>
  <p:handoutMasterIdLst>
    <p:handoutMasterId r:id="rId14"/>
  </p:handoutMasterIdLst>
  <p:sldIdLst>
    <p:sldId id="2147470068" r:id="rId5"/>
    <p:sldId id="2134804377" r:id="rId6"/>
    <p:sldId id="2147308074" r:id="rId7"/>
    <p:sldId id="2147470069" r:id="rId8"/>
    <p:sldId id="305" r:id="rId9"/>
    <p:sldId id="2147470070" r:id="rId10"/>
    <p:sldId id="2147308207" r:id="rId11"/>
    <p:sldId id="2147308195" r:id="rId12"/>
  </p:sldIdLst>
  <p:sldSz cx="14630400" cy="8229600"/>
  <p:notesSz cx="7772400" cy="14173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63666A"/>
    <a:srgbClr val="F9F048"/>
    <a:srgbClr val="FFCD00"/>
    <a:srgbClr val="D9DF23"/>
    <a:srgbClr val="666666"/>
    <a:srgbClr val="330072"/>
    <a:srgbClr val="60249E"/>
    <a:srgbClr val="1870B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91A58-9503-43A0-B2AA-26A62EB3BDAD}" v="2" dt="2026-06-01T13:44:04.556"/>
  </p1510:revLst>
</p1510:revInfo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28" y="84"/>
      </p:cViewPr>
      <p:guideLst>
        <p:guide orient="horz" pos="408"/>
        <p:guide orient="horz" pos="2592"/>
        <p:guide orient="horz" pos="4512"/>
        <p:guide orient="horz" pos="4896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4464"/>
        <p:guide pos="24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3625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29B9-FBC3-2240-2955-0B86F54E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40DC5-54E3-01F3-8BA9-8441DD257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0652A-C0E0-88C7-2131-2C6C05A7F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B07F3-BD53-17A3-6E78-EE5BE7427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7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46BC-54EC-08DE-44ED-C3DD1972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E660D-66D8-D143-B021-C1C0BD8F9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55D4D-A51F-0779-5269-8DF7033D2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228E8-4151-72F4-B4E2-91011F7B9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7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40" y="243840"/>
            <a:ext cx="14142720" cy="47396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243840"/>
            <a:ext cx="14142720" cy="481584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2733" y="5447346"/>
            <a:ext cx="7353431" cy="16764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641" y="5496587"/>
            <a:ext cx="2682240" cy="43434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2734" y="5772149"/>
            <a:ext cx="7353431" cy="9779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969690" y="6934882"/>
            <a:ext cx="3618548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3840" y="746760"/>
            <a:ext cx="14142720" cy="38252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/>
        </p:nvSpPr>
        <p:spPr>
          <a:xfrm>
            <a:off x="5968365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/>
        </p:nvSpPr>
        <p:spPr>
          <a:xfrm>
            <a:off x="596874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D0DDF16-0E49-8D81-DC14-FA11A85DA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99" y="6106383"/>
            <a:ext cx="5322166" cy="77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008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122" y="618411"/>
            <a:ext cx="6321278" cy="76111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64" y="3181350"/>
            <a:ext cx="11024236" cy="13906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4078" y="4864415"/>
            <a:ext cx="3760471" cy="1490665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59832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781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632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94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8" y="2506980"/>
            <a:ext cx="13689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673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4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8" y="2506980"/>
            <a:ext cx="5307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939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05150" y="2506979"/>
            <a:ext cx="11068050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91535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7" y="2506979"/>
            <a:ext cx="11022013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70286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13088" y="2506979"/>
            <a:ext cx="5283489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856663" y="2506978"/>
            <a:ext cx="506530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9868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5150" y="2506978"/>
            <a:ext cx="11068048" cy="51625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35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8" y="2506979"/>
            <a:ext cx="6831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7"/>
          <a:stretch>
            <a:fillRect/>
          </a:stretch>
        </p:blipFill>
        <p:spPr>
          <a:xfrm>
            <a:off x="8343900" y="2053908"/>
            <a:ext cx="6286500" cy="5485475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39200" y="2508987"/>
            <a:ext cx="5524500" cy="433578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70382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7"/>
          <a:stretch>
            <a:fillRect/>
          </a:stretch>
        </p:blipFill>
        <p:spPr>
          <a:xfrm>
            <a:off x="8343900" y="2053908"/>
            <a:ext cx="6286500" cy="54854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667521" y="2506979"/>
            <a:ext cx="3986784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8" y="2506979"/>
            <a:ext cx="3986784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39200" y="2508987"/>
            <a:ext cx="5524500" cy="433578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09322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5229001" y="174069"/>
            <a:ext cx="9401400" cy="8055531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1700" y="888296"/>
            <a:ext cx="8382000" cy="6781234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84188" y="2921169"/>
            <a:ext cx="4340904" cy="474836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8"/>
            <a:ext cx="5307013" cy="16152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88447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18113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/>
        </p:nvSpPr>
        <p:spPr>
          <a:xfrm>
            <a:off x="0" y="595993"/>
            <a:ext cx="14630400" cy="7633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7" y="2506979"/>
            <a:ext cx="11022013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422133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14630400" cy="762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50" y="2699596"/>
            <a:ext cx="11068048" cy="3343274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09600"/>
            <a:ext cx="14630400" cy="76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34914314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81699" y="2456954"/>
            <a:ext cx="7408297" cy="509055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488716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84186" y="6929040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4187" y="7257107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4186" y="2506980"/>
            <a:ext cx="3931920" cy="4114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989638" y="2506980"/>
            <a:ext cx="5516562" cy="41148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163903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543854" y="2985692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543855" y="3281103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4186" y="2856878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543854" y="5407568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543855" y="5702979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4186" y="5278754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10724" y="2985692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610725" y="3281103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551056" y="2856878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610724" y="5407568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9610725" y="5702979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551056" y="5278754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7071497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"/>
            <a:ext cx="14630400" cy="82296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4321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3381536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105150" y="2249752"/>
            <a:ext cx="11068048" cy="26557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91036" y="5532949"/>
            <a:ext cx="7205663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1037" y="5886416"/>
            <a:ext cx="7205663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05149" y="5251736"/>
            <a:ext cx="1114425" cy="1114425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328946" y="2405533"/>
            <a:ext cx="1212117" cy="965628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5566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/>
        </p:nvSpPr>
        <p:spPr>
          <a:xfrm>
            <a:off x="0" y="481693"/>
            <a:ext cx="14630400" cy="7747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6099" y="619732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41219" y="619733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6099" y="4248149"/>
            <a:ext cx="2649981" cy="343595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41219" y="4248150"/>
            <a:ext cx="2649981" cy="343595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81701" y="619732"/>
            <a:ext cx="5524500" cy="7064375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696700" y="619733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696700" y="4248149"/>
            <a:ext cx="2649981" cy="343595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7451258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/>
        </p:nvSpPr>
        <p:spPr>
          <a:xfrm>
            <a:off x="0" y="0"/>
            <a:ext cx="14630400" cy="579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33572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635687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22270"/>
            <a:ext cx="14630400" cy="2385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/>
        </p:nvSpPr>
        <p:spPr>
          <a:xfrm>
            <a:off x="267231" y="7989116"/>
            <a:ext cx="29712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195659968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77810"/>
            <a:ext cx="7772400" cy="2873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/>
        </p:nvSpPr>
        <p:spPr>
          <a:xfrm>
            <a:off x="267231" y="7989116"/>
            <a:ext cx="29712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227552038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7407"/>
          <a:stretch>
            <a:fillRect/>
          </a:stretch>
        </p:blipFill>
        <p:spPr>
          <a:xfrm>
            <a:off x="0" y="639763"/>
            <a:ext cx="14630400" cy="762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188" y="2506980"/>
            <a:ext cx="13689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8242A9-9030-9BB8-FC00-BFF74862ABD3}"/>
              </a:ext>
            </a:extLst>
          </p:cNvPr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61733B6-5D5C-C664-B53C-90E002F19136}"/>
                </a:ext>
              </a:extLst>
            </p:cNvPr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2F5D06-0441-A161-456F-AC0EE1772689}"/>
                </a:ext>
              </a:extLst>
            </p:cNvPr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DB3B46-761F-4FA5-24BF-8E5B07F5BF87}"/>
                </a:ext>
              </a:extLst>
            </p:cNvPr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CB415D-F19D-72CD-2CD2-295D5607D3B9}"/>
                </a:ext>
              </a:extLst>
            </p:cNvPr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9BCD32-09AB-CD28-9F40-68E308715234}"/>
                </a:ext>
              </a:extLst>
            </p:cNvPr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8667CB-50E3-E01E-E284-05C1918A482D}"/>
                </a:ext>
              </a:extLst>
            </p:cNvPr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F58340-ACB3-0775-728C-E9FFA2BFFFB8}"/>
                </a:ext>
              </a:extLst>
            </p:cNvPr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79F10C6-25EA-BAEE-9756-8275AB7CB4F5}"/>
                </a:ext>
              </a:extLst>
            </p:cNvPr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C430A9-1D51-D131-E402-0F29BE4780F4}"/>
                </a:ext>
              </a:extLst>
            </p:cNvPr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AD62CA-C5D2-C1E4-09CC-4A015C1B5878}"/>
                </a:ext>
              </a:extLst>
            </p:cNvPr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AD2B660-A116-5882-4877-7CD56E7AE815}"/>
                </a:ext>
              </a:extLst>
            </p:cNvPr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E468359-C05E-1D74-AFF9-062C2DF56D3C}"/>
                </a:ext>
              </a:extLst>
            </p:cNvPr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22D6E6F-E0F7-C0D4-C5EB-8A0C1218EC9E}"/>
                </a:ext>
              </a:extLst>
            </p:cNvPr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802C991-0818-CACE-3AA2-6D4AB17447C1}"/>
                </a:ext>
              </a:extLst>
            </p:cNvPr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340081E-3F81-7894-7122-B62C0A7FE73C}"/>
                </a:ext>
              </a:extLst>
            </p:cNvPr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6561427-C9D6-5123-8650-0B33E0DCECEC}"/>
                </a:ext>
              </a:extLst>
            </p:cNvPr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C1BC940-1633-51B1-1111-D317A91D2808}"/>
                </a:ext>
              </a:extLst>
            </p:cNvPr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ADAB61-0CDC-A51B-15CB-8A739928F48A}"/>
                </a:ext>
              </a:extLst>
            </p:cNvPr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8F5729A-CE0A-155B-A97B-B1B51AF172F3}"/>
                </a:ext>
              </a:extLst>
            </p:cNvPr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DEE29EC-BA45-85FC-25EE-4A05EC5F3809}"/>
                </a:ext>
              </a:extLst>
            </p:cNvPr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F57017F-CE8E-9582-38C4-60BB8CD62655}"/>
                </a:ext>
              </a:extLst>
            </p:cNvPr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05E88CF-2727-F898-D7C9-72C9D62D0A8C}"/>
                </a:ext>
              </a:extLst>
            </p:cNvPr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72DD274-8D12-1A3D-2F05-074ACD5BA48E}"/>
                </a:ext>
              </a:extLst>
            </p:cNvPr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A4B883-34F2-CBE8-BF63-2308AC7A8D5B}"/>
                </a:ext>
              </a:extLst>
            </p:cNvPr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97B1EB-3BA3-C8A2-CFE2-C0BDF9434A85}"/>
                </a:ext>
              </a:extLst>
            </p:cNvPr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749D36-75E6-E536-36DF-4ABF681E597B}"/>
                </a:ext>
              </a:extLst>
            </p:cNvPr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251DB7-60DD-7EA0-6084-969EE694C558}"/>
                </a:ext>
              </a:extLst>
            </p:cNvPr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37057B-7C1F-0724-386A-96ECCF0DDED4}"/>
                </a:ext>
              </a:extLst>
            </p:cNvPr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 Box 115">
            <a:extLst>
              <a:ext uri="{FF2B5EF4-FFF2-40B4-BE49-F238E27FC236}">
                <a16:creationId xmlns:a16="http://schemas.microsoft.com/office/drawing/2014/main" id="{5DA53D0E-D562-3F29-B867-C57D6490A5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DCDE2C-4193-18CC-6BB2-11DCAF01E4DF}"/>
              </a:ext>
            </a:extLst>
          </p:cNvPr>
          <p:cNvSpPr txBox="1"/>
          <p:nvPr userDrawn="1"/>
        </p:nvSpPr>
        <p:spPr>
          <a:xfrm>
            <a:off x="6137910" y="7868126"/>
            <a:ext cx="23545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/>
              <a:t>DXC Internal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1ADE89-069A-8A8F-6198-6D41C00D8F7A}"/>
              </a:ext>
            </a:extLst>
          </p:cNvPr>
          <p:cNvGrpSpPr/>
          <p:nvPr userDrawn="1"/>
        </p:nvGrpSpPr>
        <p:grpSpPr>
          <a:xfrm>
            <a:off x="1546698" y="171495"/>
            <a:ext cx="5390580" cy="316648"/>
            <a:chOff x="1546698" y="171495"/>
            <a:chExt cx="5390580" cy="316648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CCEA3DB3-193D-8E5A-6D58-983FE037FE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546698" y="171495"/>
              <a:ext cx="1428120" cy="266627"/>
            </a:xfrm>
            <a:prstGeom prst="rect">
              <a:avLst/>
            </a:prstGeom>
          </p:spPr>
        </p:pic>
        <p:sp>
          <p:nvSpPr>
            <p:cNvPr id="48" name="COMPANY OVERVIEW">
              <a:extLst>
                <a:ext uri="{FF2B5EF4-FFF2-40B4-BE49-F238E27FC236}">
                  <a16:creationId xmlns:a16="http://schemas.microsoft.com/office/drawing/2014/main" id="{6BDD72A1-BF94-CB03-4E93-B32C6AC55826}"/>
                </a:ext>
              </a:extLst>
            </p:cNvPr>
            <p:cNvSpPr/>
            <p:nvPr userDrawn="1"/>
          </p:nvSpPr>
          <p:spPr>
            <a:xfrm>
              <a:off x="2171700" y="274378"/>
              <a:ext cx="4765578" cy="213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020"/>
                </a:lnSpc>
                <a:buNone/>
              </a:pPr>
              <a:r>
                <a:rPr lang="en-US" sz="1400" b="0" kern="0" cap="all" spc="168" baseline="0" dirty="0">
                  <a:solidFill>
                    <a:schemeClr val="tx1"/>
                  </a:solidFill>
                  <a:latin typeface="GT Standard L Extended" pitchFamily="2" charset="0"/>
                  <a:ea typeface="Inter" panose="02000503000000020004" pitchFamily="50" charset="0"/>
                  <a:cs typeface="Inter" panose="02000503000000020004" pitchFamily="50" charset="0"/>
                </a:rPr>
                <a:t>Process Framework</a:t>
              </a:r>
              <a:endParaRPr lang="en-US" sz="1400" b="0" cap="all" baseline="0" dirty="0">
                <a:solidFill>
                  <a:schemeClr val="tx1"/>
                </a:solidFill>
                <a:latin typeface="GT Standard L Extended" pitchFamily="2" charset="0"/>
                <a:ea typeface="Inter" panose="02000503000000020004" pitchFamily="50" charset="0"/>
                <a:cs typeface="Inter" panose="0200050300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94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74" r:id="rId3"/>
    <p:sldLayoutId id="2147483975" r:id="rId4"/>
    <p:sldLayoutId id="2147483976" r:id="rId5"/>
    <p:sldLayoutId id="2147483978" r:id="rId6"/>
    <p:sldLayoutId id="2147483980" r:id="rId7"/>
    <p:sldLayoutId id="2147483951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  <p:sldLayoutId id="2147483965" r:id="rId21"/>
    <p:sldLayoutId id="2147483966" r:id="rId22"/>
    <p:sldLayoutId id="2147483967" r:id="rId23"/>
    <p:sldLayoutId id="2147483968" r:id="rId24"/>
    <p:sldLayoutId id="2147483969" r:id="rId25"/>
    <p:sldLayoutId id="2147483970" r:id="rId26"/>
    <p:sldLayoutId id="2147483971" r:id="rId27"/>
    <p:sldLayoutId id="2147483972" r:id="rId28"/>
    <p:sldLayoutId id="2147483973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>
          <p15:clr>
            <a:srgbClr val="F26B43"/>
          </p15:clr>
        </p15:guide>
        <p15:guide id="7" pos="288">
          <p15:clr>
            <a:srgbClr val="F26B43"/>
          </p15:clr>
        </p15:guide>
        <p15:guide id="8" pos="1836">
          <p15:clr>
            <a:srgbClr val="F26B43"/>
          </p15:clr>
        </p15:guide>
        <p15:guide id="9" pos="1956">
          <p15:clr>
            <a:srgbClr val="F26B43"/>
          </p15:clr>
        </p15:guide>
        <p15:guide id="10" pos="3648">
          <p15:clr>
            <a:srgbClr val="F26B43"/>
          </p15:clr>
        </p15:guide>
        <p15:guide id="11" pos="3768">
          <p15:clr>
            <a:srgbClr val="F26B43"/>
          </p15:clr>
        </p15:guide>
        <p15:guide id="12" pos="5448">
          <p15:clr>
            <a:srgbClr val="F26B43"/>
          </p15:clr>
        </p15:guide>
        <p15:guide id="13" pos="5568">
          <p15:clr>
            <a:srgbClr val="F26B43"/>
          </p15:clr>
        </p15:guide>
        <p15:guide id="14" pos="7248">
          <p15:clr>
            <a:srgbClr val="F26B43"/>
          </p15:clr>
        </p15:guide>
        <p15:guide id="15" pos="7368">
          <p15:clr>
            <a:srgbClr val="F26B43"/>
          </p15:clr>
        </p15:guide>
        <p15:guide id="16" pos="168">
          <p15:clr>
            <a:srgbClr val="F26B43"/>
          </p15:clr>
        </p15:guide>
        <p15:guide id="17" pos="9048">
          <p15:clr>
            <a:srgbClr val="F26B43"/>
          </p15:clr>
        </p15:guide>
        <p15:guide id="18" orient="horz" pos="4848">
          <p15:clr>
            <a:srgbClr val="F26B43"/>
          </p15:clr>
        </p15:guide>
        <p15:guide id="19" orient="horz" pos="403" userDrawn="1">
          <p15:clr>
            <a:srgbClr val="F26B43"/>
          </p15:clr>
        </p15:guide>
        <p15:guide id="20" pos="4608" userDrawn="1">
          <p15:clr>
            <a:srgbClr val="F26B43"/>
          </p15:clr>
        </p15:guide>
        <p15:guide id="21" pos="432" userDrawn="1">
          <p15:clr>
            <a:srgbClr val="F26B43"/>
          </p15:clr>
        </p15:guide>
        <p15:guide id="22" pos="3024" userDrawn="1">
          <p15:clr>
            <a:srgbClr val="F26B43"/>
          </p15:clr>
        </p15:guide>
        <p15:guide id="23" pos="3312" userDrawn="1">
          <p15:clr>
            <a:srgbClr val="F26B43"/>
          </p15:clr>
        </p15:guide>
        <p15:guide id="24" pos="4464" userDrawn="1">
          <p15:clr>
            <a:srgbClr val="F26B43"/>
          </p15:clr>
        </p15:guide>
        <p15:guide id="25" pos="4752" userDrawn="1">
          <p15:clr>
            <a:srgbClr val="F26B43"/>
          </p15:clr>
        </p15:guide>
        <p15:guide id="26" pos="5904" userDrawn="1">
          <p15:clr>
            <a:srgbClr val="F26B43"/>
          </p15:clr>
        </p15:guide>
        <p15:guide id="27" pos="6192" userDrawn="1">
          <p15:clr>
            <a:srgbClr val="F26B43"/>
          </p15:clr>
        </p15:guide>
        <p15:guide id="28" pos="7488" userDrawn="1">
          <p15:clr>
            <a:srgbClr val="F26B43"/>
          </p15:clr>
        </p15:guide>
        <p15:guide id="29" pos="8784" userDrawn="1">
          <p15:clr>
            <a:srgbClr val="F26B43"/>
          </p15:clr>
        </p15:guide>
        <p15:guide id="30" orient="horz" pos="1296" userDrawn="1">
          <p15:clr>
            <a:srgbClr val="F26B43"/>
          </p15:clr>
        </p15:guide>
        <p15:guide id="31" orient="horz" pos="4522" userDrawn="1">
          <p15:clr>
            <a:srgbClr val="F26B43"/>
          </p15:clr>
        </p15:guide>
        <p15:guide id="32" orient="horz" pos="4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%20edge.support@dxc.com?subject=Question%20related%20to%20EDGE" TargetMode="External"/><Relationship Id="rId3" Type="http://schemas.openxmlformats.org/officeDocument/2006/relationships/hyperlink" Target="https://teams.microsoft.com/l/channel/19%3a473936464b894722bf3bcd3e127b349f%40thread.skype/Quick%2520Videos?groupId=7229348b-6752-4a49-a8b9-4de7ae27876f&amp;tenantId=93f33571-550f-43cf-b09f-cd331338d086" TargetMode="External"/><Relationship Id="rId7" Type="http://schemas.openxmlformats.org/officeDocument/2006/relationships/hyperlink" Target="https://dxcportal.sharepoint.com/sites/edge/SitePages/EDGE-FAQ.aspx" TargetMode="External"/><Relationship Id="rId2" Type="http://schemas.openxmlformats.org/officeDocument/2006/relationships/hyperlink" Target="https://dxcportal.sharepoint.com/sites/edgeims/SitePages/EDGE-Video-Library.aspx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xcportal.sharepoint.com/sites/edgeims/SitePages/EDGE_Global_SME_Sessions_and_Honor_Board.aspx" TargetMode="External"/><Relationship Id="rId11" Type="http://schemas.openxmlformats.org/officeDocument/2006/relationships/hyperlink" Target="https://apps.powerapps.com/play/fd4264e6-1ac0-445e-829b-d6d423c4fb27?tenantId=93f33571-550f-43cf-b09f-cd331338d086" TargetMode="External"/><Relationship Id="rId5" Type="http://schemas.openxmlformats.org/officeDocument/2006/relationships/hyperlink" Target="https://dxcportal.sharepoint.com/sites/edgeims/SitePages/DXC_Guilds_and_Communities_of_Practice.aspx" TargetMode="External"/><Relationship Id="rId10" Type="http://schemas.openxmlformats.org/officeDocument/2006/relationships/hyperlink" Target="https://aet-teams-visual.azurewebsites.net/pages/dashboard" TargetMode="External"/><Relationship Id="rId4" Type="http://schemas.openxmlformats.org/officeDocument/2006/relationships/hyperlink" Target="https://engage.cloud.microsoft/main/org/dxc.com/groups/eyJfdHlwZSI6Ikdyb3VwIiwiaWQiOiIxNDM5NDA5NiJ9" TargetMode="External"/><Relationship Id="rId9" Type="http://schemas.openxmlformats.org/officeDocument/2006/relationships/hyperlink" Target="https://dxclearning.edcast.com/channel/edge-train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85590F8-ABE9-3261-7B78-C3C086F8D0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C33A5-E369-E2BB-B880-2554AECC8C3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69690" y="6934881"/>
            <a:ext cx="3618548" cy="534697"/>
          </a:xfrm>
        </p:spPr>
        <p:txBody>
          <a:bodyPr/>
          <a:lstStyle/>
          <a:p>
            <a:r>
              <a:rPr lang="en-PH"/>
              <a:t>[Speaker Name]</a:t>
            </a:r>
          </a:p>
          <a:p>
            <a:r>
              <a:rPr lang="en-PH"/>
              <a:t>[Team / Group Name]</a:t>
            </a:r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BA9589-3161-2C54-1FE6-5C0DAE178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318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F01DB6-FFA0-4F5E-AA4F-188CAB3D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535367"/>
              </p:ext>
            </p:extLst>
          </p:nvPr>
        </p:nvGraphicFramePr>
        <p:xfrm>
          <a:off x="1234440" y="1800867"/>
          <a:ext cx="12374519" cy="5031732"/>
        </p:xfrm>
        <a:graphic>
          <a:graphicData uri="http://schemas.openxmlformats.org/drawingml/2006/table">
            <a:tbl>
              <a:tblPr firstRow="1" bandRow="1"/>
              <a:tblGrid>
                <a:gridCol w="8659368">
                  <a:extLst>
                    <a:ext uri="{9D8B030D-6E8A-4147-A177-3AD203B41FA5}">
                      <a16:colId xmlns:a16="http://schemas.microsoft.com/office/drawing/2014/main" val="366164871"/>
                    </a:ext>
                  </a:extLst>
                </a:gridCol>
                <a:gridCol w="3715151">
                  <a:extLst>
                    <a:ext uri="{9D8B030D-6E8A-4147-A177-3AD203B41FA5}">
                      <a16:colId xmlns:a16="http://schemas.microsoft.com/office/drawing/2014/main" val="3793889646"/>
                    </a:ext>
                  </a:extLst>
                </a:gridCol>
              </a:tblGrid>
              <a:tr h="838622">
                <a:tc>
                  <a:txBody>
                    <a:bodyPr/>
                    <a:lstStyle/>
                    <a:p>
                      <a:pPr marL="0" marR="0" lvl="0" indent="0" algn="l" defTabSz="12191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>
                          <a:solidFill>
                            <a:schemeClr val="accent1"/>
                          </a:solidFill>
                        </a:rPr>
                        <a:t>Topic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1600554"/>
                  </a:ext>
                </a:extLst>
              </a:tr>
              <a:tr h="838622">
                <a:tc>
                  <a:txBody>
                    <a:bodyPr/>
                    <a:lstStyle/>
                    <a:p>
                      <a:pPr marL="0" marR="0" lvl="0" indent="0" algn="l" defTabSz="109728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Speaker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2113994"/>
                  </a:ext>
                </a:extLst>
              </a:tr>
              <a:tr h="83862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 2</a:t>
                      </a: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Speaker 2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722705"/>
                  </a:ext>
                </a:extLst>
              </a:tr>
              <a:tr h="838622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 3</a:t>
                      </a: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Speaker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622">
                <a:tc>
                  <a:txBody>
                    <a:bodyPr/>
                    <a:lstStyle/>
                    <a:p>
                      <a:pPr marL="0" marR="0" lvl="0" indent="0" algn="l" defTabSz="12191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Speaker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5799442"/>
                  </a:ext>
                </a:extLst>
              </a:tr>
              <a:tr h="838622">
                <a:tc>
                  <a:txBody>
                    <a:bodyPr/>
                    <a:lstStyle/>
                    <a:p>
                      <a:pPr marL="0" marR="0" lvl="0" indent="0" algn="l" defTabSz="12191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Speaker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5989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41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81964" y="3181350"/>
            <a:ext cx="11024236" cy="1390650"/>
          </a:xfrm>
        </p:spPr>
        <p:txBody>
          <a:bodyPr anchor="ctr">
            <a:normAutofit fontScale="90000"/>
          </a:bodyPr>
          <a:lstStyle/>
          <a:p>
            <a:r>
              <a:rPr lang="en-US"/>
              <a:t>Section header title is Arial Bold 54pt, up to two lines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5974078" y="4864415"/>
            <a:ext cx="3760471" cy="1490665"/>
          </a:xfrm>
        </p:spPr>
        <p:txBody>
          <a:bodyPr anchor="t">
            <a:normAutofit/>
          </a:bodyPr>
          <a:lstStyle/>
          <a:p>
            <a:r>
              <a:rPr lang="en-US"/>
              <a:t>Optional subtitle is Arial Bold 28pt</a:t>
            </a:r>
          </a:p>
        </p:txBody>
      </p:sp>
    </p:spTree>
    <p:extLst>
      <p:ext uri="{BB962C8B-B14F-4D97-AF65-F5344CB8AC3E}">
        <p14:creationId xmlns:p14="http://schemas.microsoft.com/office/powerpoint/2010/main" val="142255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9446AC9-396E-23A5-8DA2-7F4B6BEF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092FD9-5D4A-13B8-F7AB-A1A4CB7FC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8" y="2506980"/>
            <a:ext cx="13689012" cy="51625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6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">
            <a:extLst>
              <a:ext uri="{FF2B5EF4-FFF2-40B4-BE49-F238E27FC236}">
                <a16:creationId xmlns:a16="http://schemas.microsoft.com/office/drawing/2014/main" id="{C87E9B18-15B7-44A1-7F25-AAC4D64BD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451" y="888296"/>
            <a:ext cx="4358641" cy="20133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84188" y="2506979"/>
            <a:ext cx="6831012" cy="5162551"/>
          </a:xfrm>
        </p:spPr>
        <p:txBody>
          <a:bodyPr>
            <a:normAutofit/>
          </a:bodyPr>
          <a:lstStyle/>
          <a:p>
            <a:r>
              <a:rPr lang="en-US"/>
              <a:t>“Bulleted Content” slides have bullets (or dashes) on all text levels</a:t>
            </a:r>
          </a:p>
          <a:p>
            <a:r>
              <a:rPr lang="en-US"/>
              <a:t>This allows for quick formatting of bulleted text</a:t>
            </a:r>
          </a:p>
          <a:p>
            <a:pPr lvl="1"/>
            <a:r>
              <a:rPr lang="en-US"/>
              <a:t>Each additional level is further indented with a dash</a:t>
            </a:r>
          </a:p>
          <a:p>
            <a:r>
              <a:rPr lang="en-US"/>
              <a:t>This is placeholder text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  <a:p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endParaRPr lang="en-US"/>
          </a:p>
          <a:p>
            <a:pPr lvl="1"/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endParaRPr lang="en-US"/>
          </a:p>
          <a:p>
            <a:pPr lvl="1"/>
            <a:r>
              <a:rPr lang="en-US"/>
              <a:t>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pPr lvl="1"/>
            <a:r>
              <a:rPr lang="en-US"/>
              <a:t>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endParaRPr lang="en-US"/>
          </a:p>
          <a:p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  <a:p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</p:spPr>
        <p:txBody>
          <a:bodyPr anchor="t">
            <a:normAutofit/>
          </a:bodyPr>
          <a:lstStyle/>
          <a:p>
            <a:r>
              <a:rPr lang="en-US"/>
              <a:t>This is a “Bulleted Content” slide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AB0722-C7E3-C5E5-1275-2B5B22AF94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39200" y="2508987"/>
            <a:ext cx="5524500" cy="4335780"/>
          </a:xfr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7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EF75B591-4611-0C59-1599-D8CE2117F19B}"/>
              </a:ext>
            </a:extLst>
          </p:cNvPr>
          <p:cNvGrpSpPr/>
          <p:nvPr/>
        </p:nvGrpSpPr>
        <p:grpSpPr>
          <a:xfrm>
            <a:off x="11117381" y="5094782"/>
            <a:ext cx="2137166" cy="1207985"/>
            <a:chOff x="5303696" y="1829807"/>
            <a:chExt cx="2436102" cy="1461661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F9BEA9F-FB9E-B507-05ED-B4AE3D3A7C16}"/>
                </a:ext>
              </a:extLst>
            </p:cNvPr>
            <p:cNvSpPr/>
            <p:nvPr/>
          </p:nvSpPr>
          <p:spPr>
            <a:xfrm>
              <a:off x="5303696" y="1829807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DE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66" name="Rectangle: Rounded Corners 10">
              <a:extLst>
                <a:ext uri="{FF2B5EF4-FFF2-40B4-BE49-F238E27FC236}">
                  <a16:creationId xmlns:a16="http://schemas.microsoft.com/office/drawing/2014/main" id="{B9A04071-E687-B5D0-C6F5-999E7F077E0A}"/>
                </a:ext>
              </a:extLst>
            </p:cNvPr>
            <p:cNvSpPr txBox="1"/>
            <p:nvPr/>
          </p:nvSpPr>
          <p:spPr>
            <a:xfrm>
              <a:off x="5346507" y="1872618"/>
              <a:ext cx="2350480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EDGE Video Library</a:t>
              </a:r>
              <a:endParaRPr lang="en-US" i="1">
                <a:latin typeface="Inter Regular" panose="020B0604020202020204" charset="0"/>
                <a:cs typeface="Inter Regular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DE4500F-3F09-43F5-B5AE-8958EF24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90" y="868637"/>
            <a:ext cx="13258800" cy="976481"/>
          </a:xfrm>
        </p:spPr>
        <p:txBody>
          <a:bodyPr>
            <a:normAutofit fontScale="90000"/>
          </a:bodyPr>
          <a:lstStyle/>
          <a:p>
            <a:r>
              <a:rPr lang="en-PH" sz="4000"/>
              <a:t>Additional information sources on EDGE and its content</a:t>
            </a:r>
            <a:br>
              <a:rPr lang="en-PH">
                <a:solidFill>
                  <a:srgbClr val="00B0F0"/>
                </a:solidFill>
              </a:rPr>
            </a:br>
            <a:endParaRPr lang="en-D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A79622-D506-452D-F217-981A818EE936}"/>
              </a:ext>
            </a:extLst>
          </p:cNvPr>
          <p:cNvGrpSpPr/>
          <p:nvPr/>
        </p:nvGrpSpPr>
        <p:grpSpPr>
          <a:xfrm>
            <a:off x="4103644" y="1948624"/>
            <a:ext cx="2137166" cy="1207985"/>
            <a:chOff x="2063681" y="2730"/>
            <a:chExt cx="2436102" cy="146166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DBDD8CC-7E3C-2F7C-D70F-4D42F8B0CF6F}"/>
                </a:ext>
              </a:extLst>
            </p:cNvPr>
            <p:cNvSpPr/>
            <p:nvPr/>
          </p:nvSpPr>
          <p:spPr>
            <a:xfrm>
              <a:off x="2063681" y="2730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6FD6A142-CA36-5DEE-0AE0-B4E4C222DCDA}"/>
                </a:ext>
              </a:extLst>
            </p:cNvPr>
            <p:cNvSpPr txBox="1"/>
            <p:nvPr/>
          </p:nvSpPr>
          <p:spPr>
            <a:xfrm>
              <a:off x="2106492" y="45541"/>
              <a:ext cx="2350480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EDGE Connect</a:t>
              </a:r>
              <a:r>
                <a:rPr lang="en-PH" i="1">
                  <a:latin typeface="Inter Regular" panose="020B0604020202020204" charset="0"/>
                  <a:cs typeface="Inter Regular" panose="020B0604020202020204" charset="0"/>
                </a:rPr>
                <a:t> </a:t>
              </a:r>
            </a:p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</a:rPr>
                <a:t>@ Viva Engage</a:t>
              </a:r>
              <a:endParaRPr lang="en-US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0B0625-1741-108C-81D1-0D90C219355D}"/>
              </a:ext>
            </a:extLst>
          </p:cNvPr>
          <p:cNvGrpSpPr/>
          <p:nvPr/>
        </p:nvGrpSpPr>
        <p:grpSpPr>
          <a:xfrm>
            <a:off x="6410876" y="5094782"/>
            <a:ext cx="2137166" cy="1207985"/>
            <a:chOff x="5303696" y="3656883"/>
            <a:chExt cx="2436102" cy="146166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5086939-9794-05AE-9420-B134650D5153}"/>
                </a:ext>
              </a:extLst>
            </p:cNvPr>
            <p:cNvSpPr/>
            <p:nvPr/>
          </p:nvSpPr>
          <p:spPr>
            <a:xfrm>
              <a:off x="5303696" y="3656883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28" name="Rectangle: Rounded Corners 8">
              <a:extLst>
                <a:ext uri="{FF2B5EF4-FFF2-40B4-BE49-F238E27FC236}">
                  <a16:creationId xmlns:a16="http://schemas.microsoft.com/office/drawing/2014/main" id="{00899419-B957-577E-C6E0-143D83B50962}"/>
                </a:ext>
              </a:extLst>
            </p:cNvPr>
            <p:cNvSpPr txBox="1"/>
            <p:nvPr/>
          </p:nvSpPr>
          <p:spPr>
            <a:xfrm>
              <a:off x="5346507" y="3699693"/>
              <a:ext cx="2350479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Guilds @ DXC </a:t>
              </a:r>
            </a:p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&amp; </a:t>
              </a:r>
              <a:r>
                <a:rPr lang="en-PH" i="1" u="sng">
                  <a:latin typeface="Inter Regular" panose="020B0604020202020204" charset="0"/>
                  <a:cs typeface="Inter Regular" panose="020B060402020202020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Communities of Practice</a:t>
              </a:r>
              <a:endParaRPr lang="en-PH" i="1" u="sng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6A38E7-6751-9F8D-2FC6-6BDF8A46261C}"/>
              </a:ext>
            </a:extLst>
          </p:cNvPr>
          <p:cNvGrpSpPr/>
          <p:nvPr/>
        </p:nvGrpSpPr>
        <p:grpSpPr>
          <a:xfrm>
            <a:off x="4103644" y="5085152"/>
            <a:ext cx="2137166" cy="1207985"/>
            <a:chOff x="5303696" y="1829807"/>
            <a:chExt cx="2436102" cy="146166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0B3120-ABB1-58EA-3BAF-E9EEFE93895A}"/>
                </a:ext>
              </a:extLst>
            </p:cNvPr>
            <p:cNvSpPr/>
            <p:nvPr/>
          </p:nvSpPr>
          <p:spPr>
            <a:xfrm>
              <a:off x="5303696" y="1829807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34" name="Rectangle: Rounded Corners 10">
              <a:extLst>
                <a:ext uri="{FF2B5EF4-FFF2-40B4-BE49-F238E27FC236}">
                  <a16:creationId xmlns:a16="http://schemas.microsoft.com/office/drawing/2014/main" id="{D257E7D3-DADD-F10B-EA8A-67D99AE618AF}"/>
                </a:ext>
              </a:extLst>
            </p:cNvPr>
            <p:cNvSpPr txBox="1"/>
            <p:nvPr/>
          </p:nvSpPr>
          <p:spPr>
            <a:xfrm>
              <a:off x="5346507" y="1872618"/>
              <a:ext cx="2350480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EDGE Global </a:t>
              </a:r>
              <a:br>
                <a:rPr lang="en-PH" i="1">
                  <a:latin typeface="Inter Regular" panose="020B0604020202020204" charset="0"/>
                  <a:cs typeface="Inter Regular" panose="020B060402020202020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</a:br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SME Sessions Catalog </a:t>
              </a:r>
              <a:endParaRPr lang="en-US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AC8174-AC90-B4A7-F2A5-893FC1B954E6}"/>
              </a:ext>
            </a:extLst>
          </p:cNvPr>
          <p:cNvGrpSpPr/>
          <p:nvPr/>
        </p:nvGrpSpPr>
        <p:grpSpPr>
          <a:xfrm>
            <a:off x="4091543" y="3445820"/>
            <a:ext cx="4406840" cy="1207985"/>
            <a:chOff x="6539546" y="1448024"/>
            <a:chExt cx="4406840" cy="120798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C50AE3D-D4CF-45DB-F1F9-01CF0420363A}"/>
                </a:ext>
              </a:extLst>
            </p:cNvPr>
            <p:cNvSpPr/>
            <p:nvPr/>
          </p:nvSpPr>
          <p:spPr>
            <a:xfrm>
              <a:off x="6539546" y="1448024"/>
              <a:ext cx="4406840" cy="1207985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38" name="Rectangle: Rounded Corners 12">
              <a:extLst>
                <a:ext uri="{FF2B5EF4-FFF2-40B4-BE49-F238E27FC236}">
                  <a16:creationId xmlns:a16="http://schemas.microsoft.com/office/drawing/2014/main" id="{B6F55C97-4731-B150-FB32-F1AC26BDA5B7}"/>
                </a:ext>
              </a:extLst>
            </p:cNvPr>
            <p:cNvSpPr txBox="1"/>
            <p:nvPr/>
          </p:nvSpPr>
          <p:spPr>
            <a:xfrm>
              <a:off x="6690776" y="1463682"/>
              <a:ext cx="2022165" cy="1137223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</a:rPr>
                <a:t>EDGE Global SMEs </a:t>
              </a:r>
              <a:br>
                <a:rPr lang="en-PH" i="1">
                  <a:latin typeface="Inter Regular" panose="020B0604020202020204" charset="0"/>
                  <a:cs typeface="Inter Regular" panose="020B0604020202020204" charset="0"/>
                </a:rPr>
              </a:br>
              <a:r>
                <a:rPr lang="en-PH" i="1">
                  <a:latin typeface="Inter Regular" panose="020B0604020202020204" charset="0"/>
                  <a:cs typeface="Inter Regular" panose="020B0604020202020204" charset="0"/>
                </a:rPr>
                <a:t>Session Mailer</a:t>
              </a:r>
            </a:p>
            <a:p>
              <a:endParaRPr lang="en-PH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EEB7E2A2-E37D-9B42-4453-28640CF447F6}"/>
              </a:ext>
            </a:extLst>
          </p:cNvPr>
          <p:cNvSpPr txBox="1"/>
          <p:nvPr/>
        </p:nvSpPr>
        <p:spPr>
          <a:xfrm>
            <a:off x="6407665" y="3436615"/>
            <a:ext cx="2062050" cy="113722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algn="ctr"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PH" i="1">
                <a:latin typeface="Inter Regular" panose="020B0604020202020204" charset="0"/>
                <a:cs typeface="Inter Regular" panose="020B0604020202020204" charset="0"/>
              </a:rPr>
              <a:t>EDGE Bytes Newsletter</a:t>
            </a:r>
          </a:p>
          <a:p>
            <a:endParaRPr lang="en-PH" i="1">
              <a:latin typeface="Inter Regular" panose="020B0604020202020204" charset="0"/>
              <a:cs typeface="Inter Regular" panose="020B060402020202020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D72A64-3BA2-5643-9D08-AAA0B0253E8F}"/>
              </a:ext>
            </a:extLst>
          </p:cNvPr>
          <p:cNvSpPr txBox="1"/>
          <p:nvPr/>
        </p:nvSpPr>
        <p:spPr>
          <a:xfrm>
            <a:off x="1203160" y="2147765"/>
            <a:ext cx="245792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b="1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Connect with the EDGE Team and its Community</a:t>
            </a:r>
            <a:endParaRPr lang="en-DE" b="1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815A64-1C79-8CA7-2668-206D898CB024}"/>
              </a:ext>
            </a:extLst>
          </p:cNvPr>
          <p:cNvSpPr txBox="1"/>
          <p:nvPr/>
        </p:nvSpPr>
        <p:spPr>
          <a:xfrm>
            <a:off x="1108556" y="3730278"/>
            <a:ext cx="245792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b="1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Stay updated about EDGE</a:t>
            </a:r>
            <a:endParaRPr lang="en-DE" b="1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BE4259-6D3D-3461-2B16-12782F3109AC}"/>
              </a:ext>
            </a:extLst>
          </p:cNvPr>
          <p:cNvSpPr txBox="1"/>
          <p:nvPr/>
        </p:nvSpPr>
        <p:spPr>
          <a:xfrm>
            <a:off x="1064683" y="5201642"/>
            <a:ext cx="2742356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400"/>
              </a:spcAft>
            </a:pPr>
            <a:r>
              <a:rPr lang="en-US" b="1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Interact with and learn from Process and Tool experts</a:t>
            </a:r>
            <a:endParaRPr lang="en-DE" b="1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60" name="Content Placeholder 3">
            <a:extLst>
              <a:ext uri="{FF2B5EF4-FFF2-40B4-BE49-F238E27FC236}">
                <a16:creationId xmlns:a16="http://schemas.microsoft.com/office/drawing/2014/main" id="{F856771D-CE24-E7D4-CBB7-8F0F2A8AEE59}"/>
              </a:ext>
            </a:extLst>
          </p:cNvPr>
          <p:cNvSpPr txBox="1">
            <a:spLocks/>
          </p:cNvSpPr>
          <p:nvPr/>
        </p:nvSpPr>
        <p:spPr>
          <a:xfrm>
            <a:off x="1191463" y="6721833"/>
            <a:ext cx="12084408" cy="82253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700">
                <a:latin typeface="Inter Regular" panose="020B0604020202020204" charset="0"/>
                <a:cs typeface="Inter Regular" panose="020B0604020202020204" charset="0"/>
              </a:rPr>
              <a:t>For any questions, please consult the EDGE Framework </a:t>
            </a:r>
            <a:r>
              <a:rPr lang="en-US" sz="1700">
                <a:latin typeface="Inter Regular" panose="020B0604020202020204" charset="0"/>
                <a:cs typeface="Inter Regular" panose="020B060402020202020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Frequently Asked Questions</a:t>
            </a:r>
            <a:r>
              <a:rPr lang="en-US" sz="1700">
                <a:latin typeface="Inter Regular" panose="020B0604020202020204" charset="0"/>
                <a:cs typeface="Inter Regular" panose="020B0604020202020204" charset="0"/>
              </a:rPr>
              <a:t> or contact the </a:t>
            </a:r>
            <a:r>
              <a:rPr lang="en-US" sz="1700">
                <a:latin typeface="Inter Regular" panose="020B0604020202020204" charset="0"/>
                <a:cs typeface="Inter Regular" panose="020B060402020202020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 Team</a:t>
            </a:r>
            <a:r>
              <a:rPr lang="en-US" sz="1700">
                <a:latin typeface="Inter Regular" panose="020B0604020202020204" charset="0"/>
                <a:cs typeface="Inter Regular" panose="020B0604020202020204" charset="0"/>
              </a:rPr>
              <a:t>.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CB33EC-F918-D4EF-A778-8C3612407001}"/>
              </a:ext>
            </a:extLst>
          </p:cNvPr>
          <p:cNvGrpSpPr/>
          <p:nvPr/>
        </p:nvGrpSpPr>
        <p:grpSpPr>
          <a:xfrm>
            <a:off x="8718108" y="5077958"/>
            <a:ext cx="2137166" cy="1207985"/>
            <a:chOff x="5303696" y="1829807"/>
            <a:chExt cx="2436102" cy="1461661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CB871D9B-7C96-CAA8-EE05-046B12BD702E}"/>
                </a:ext>
              </a:extLst>
            </p:cNvPr>
            <p:cNvSpPr/>
            <p:nvPr/>
          </p:nvSpPr>
          <p:spPr>
            <a:xfrm>
              <a:off x="5303696" y="1829807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63" name="Rectangle: Rounded Corners 10">
              <a:extLst>
                <a:ext uri="{FF2B5EF4-FFF2-40B4-BE49-F238E27FC236}">
                  <a16:creationId xmlns:a16="http://schemas.microsoft.com/office/drawing/2014/main" id="{C613F546-FFC1-3566-D001-C38505D340C1}"/>
                </a:ext>
              </a:extLst>
            </p:cNvPr>
            <p:cNvSpPr txBox="1"/>
            <p:nvPr/>
          </p:nvSpPr>
          <p:spPr>
            <a:xfrm>
              <a:off x="5346507" y="1872618"/>
              <a:ext cx="2350480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EDGE Framework Training</a:t>
              </a:r>
              <a:r>
                <a:rPr lang="en-PH" i="1">
                  <a:latin typeface="Inter Regular" panose="020B0604020202020204" charset="0"/>
                  <a:cs typeface="Inter Regular" panose="020B0604020202020204" charset="0"/>
                </a:rPr>
                <a:t> </a:t>
              </a:r>
              <a:endParaRPr lang="en-US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77D01D5-E610-1AF2-F69C-290A51648FA0}"/>
              </a:ext>
            </a:extLst>
          </p:cNvPr>
          <p:cNvGrpSpPr/>
          <p:nvPr/>
        </p:nvGrpSpPr>
        <p:grpSpPr>
          <a:xfrm>
            <a:off x="8669562" y="3390069"/>
            <a:ext cx="2137166" cy="1207985"/>
            <a:chOff x="5303696" y="2730"/>
            <a:chExt cx="2436102" cy="1461661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69596D43-EB51-86E6-6997-70CF181F5711}"/>
                </a:ext>
              </a:extLst>
            </p:cNvPr>
            <p:cNvSpPr/>
            <p:nvPr/>
          </p:nvSpPr>
          <p:spPr>
            <a:xfrm>
              <a:off x="5303696" y="2730"/>
              <a:ext cx="2436102" cy="1461661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DE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249209BE-39E3-6C21-2128-932AB3E7FEB5}"/>
                </a:ext>
              </a:extLst>
            </p:cNvPr>
            <p:cNvSpPr txBox="1"/>
            <p:nvPr/>
          </p:nvSpPr>
          <p:spPr>
            <a:xfrm>
              <a:off x="5346507" y="45541"/>
              <a:ext cx="2350480" cy="1376039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Aft>
                  <a:spcPts val="600"/>
                </a:spcAft>
                <a:defRPr sz="1600" b="1">
                  <a:solidFill>
                    <a:schemeClr val="bg1"/>
                  </a:solidFill>
                </a:defRPr>
              </a:lvl1pPr>
            </a:lstStyle>
            <a:p>
              <a:r>
                <a:rPr lang="en-PH" i="1">
                  <a:latin typeface="Inter Regular" panose="020B0604020202020204" charset="0"/>
                  <a:cs typeface="Inter Regular" panose="020B060402020202020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EDGE Sessions Calendar</a:t>
              </a:r>
              <a:endParaRPr lang="en-US" i="1">
                <a:latin typeface="Inter Regular" panose="020B0604020202020204" charset="0"/>
                <a:cs typeface="Inter Regular" panose="020B0604020202020204" charset="0"/>
              </a:endParaRPr>
            </a:p>
          </p:txBody>
        </p:sp>
      </p:grpSp>
      <p:sp>
        <p:nvSpPr>
          <p:cNvPr id="71" name="Arrow: Up-Down 70">
            <a:extLst>
              <a:ext uri="{FF2B5EF4-FFF2-40B4-BE49-F238E27FC236}">
                <a16:creationId xmlns:a16="http://schemas.microsoft.com/office/drawing/2014/main" id="{E27368B9-2546-B6F5-E766-6D3CDA45226C}"/>
              </a:ext>
            </a:extLst>
          </p:cNvPr>
          <p:cNvSpPr/>
          <p:nvPr/>
        </p:nvSpPr>
        <p:spPr>
          <a:xfrm rot="16200000">
            <a:off x="10820528" y="5420836"/>
            <a:ext cx="424688" cy="615376"/>
          </a:xfrm>
          <a:prstGeom prst="upDown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DE" sz="1600" b="1" i="1">
              <a:solidFill>
                <a:schemeClr val="bg1"/>
              </a:solidFill>
              <a:latin typeface="Inter Regular" panose="020B0604020202020204" charset="0"/>
              <a:cs typeface="Inter Regular" panose="020B0604020202020204" charset="0"/>
            </a:endParaRPr>
          </a:p>
        </p:txBody>
      </p:sp>
      <p:sp>
        <p:nvSpPr>
          <p:cNvPr id="6" name="Rectangle: Rounded Corners 12">
            <a:extLst>
              <a:ext uri="{FF2B5EF4-FFF2-40B4-BE49-F238E27FC236}">
                <a16:creationId xmlns:a16="http://schemas.microsoft.com/office/drawing/2014/main" id="{CBDAA640-3DDA-3E9F-D462-380D55A5C5F4}"/>
              </a:ext>
            </a:extLst>
          </p:cNvPr>
          <p:cNvSpPr txBox="1"/>
          <p:nvPr/>
        </p:nvSpPr>
        <p:spPr>
          <a:xfrm>
            <a:off x="4227129" y="4173570"/>
            <a:ext cx="4242586" cy="38910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algn="ctr"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en-PH" i="1">
                <a:latin typeface="Inter Regular" panose="020B0604020202020204" charset="0"/>
                <a:cs typeface="Inter Regular" panose="020B0604020202020204" charset="0"/>
                <a:sym typeface="Wingdings" panose="05000000000000000000" pitchFamily="2" charset="2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Subscribe and access the libraries</a:t>
            </a:r>
            <a:endParaRPr lang="en-PH" i="1">
              <a:latin typeface="Inter Regular" panose="020B0604020202020204" charset="0"/>
              <a:cs typeface="Inter Regular" panose="020B060402020202020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7152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F692-9DF1-B179-0972-87D5877B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AD0C517-8511-92C2-B9A0-AE8C96BA6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582" y="3181350"/>
            <a:ext cx="11024236" cy="1390650"/>
          </a:xfrm>
        </p:spPr>
        <p:txBody>
          <a:bodyPr/>
          <a:lstStyle/>
          <a:p>
            <a:r>
              <a:rPr lang="en-US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6903490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8AB4-4FEC-6319-9D76-8822B32C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57035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XC Powerpoint Template - EDGE Version Dec 2025.potx" id="{61945F86-E151-46FE-A875-B07C892BF8D7}" vid="{778ADB60-8027-4677-A601-F4F1930BE3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67C9B768FF7B40B5BEA13AB0116710" ma:contentTypeVersion="23" ma:contentTypeDescription="Create a new document." ma:contentTypeScope="" ma:versionID="ff729ae16a928d9885d0dfd4194ac92e">
  <xsd:schema xmlns:xsd="http://www.w3.org/2001/XMLSchema" xmlns:xs="http://www.w3.org/2001/XMLSchema" xmlns:p="http://schemas.microsoft.com/office/2006/metadata/properties" xmlns:ns2="45f08240-a8f6-4c12-92e3-a27e2ce9cc0c" xmlns:ns3="8e8908b5-9629-4e23-a531-2fa681483e2f" xmlns:ns4="168e0357-5b39-4600-91c2-bfff6e896513" targetNamespace="http://schemas.microsoft.com/office/2006/metadata/properties" ma:root="true" ma:fieldsID="c5bd53491f3520f9bc852f253cf636b6" ns2:_="" ns3:_="" ns4:_="">
    <xsd:import namespace="45f08240-a8f6-4c12-92e3-a27e2ce9cc0c"/>
    <xsd:import namespace="8e8908b5-9629-4e23-a531-2fa681483e2f"/>
    <xsd:import namespace="168e0357-5b39-4600-91c2-bfff6e8965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Topic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RefMaterialUR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08240-a8f6-4c12-92e3-a27e2ce9cc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Topic" ma:index="21" nillable="true" ma:displayName="Topic" ma:list="{4857a410-6a3d-44e2-a8d9-0b7d4c7f006a}" ma:internalName="Topic" ma:showField="Title">
      <xsd:simpleType>
        <xsd:restriction base="dms:Lookup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fMaterialURL" ma:index="27" nillable="true" ma:displayName="RefMaterialURL" ma:description="Session Presentation Deck" ma:format="Hyperlink" ma:internalName="RefMaterial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908b5-9629-4e23-a531-2fa681483e2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e0357-5b39-4600-91c2-bfff6e896513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76749bb3-364f-4c46-ac5a-3dd088b8aad4}" ma:internalName="TaxCatchAll" ma:showField="CatchAllData" ma:web="8e8908b5-9629-4e23-a531-2fa681483e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8e0357-5b39-4600-91c2-bfff6e896513" xsi:nil="true"/>
    <lcf76f155ced4ddcb4097134ff3c332f xmlns="45f08240-a8f6-4c12-92e3-a27e2ce9cc0c">
      <Terms xmlns="http://schemas.microsoft.com/office/infopath/2007/PartnerControls"/>
    </lcf76f155ced4ddcb4097134ff3c332f>
    <Topic xmlns="45f08240-a8f6-4c12-92e3-a27e2ce9cc0c" xsi:nil="true"/>
    <RefMaterialURL xmlns="45f08240-a8f6-4c12-92e3-a27e2ce9cc0c">
      <Url xsi:nil="true"/>
      <Description xsi:nil="true"/>
    </RefMaterial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873E1C-0950-409D-8C50-97DF03B1AF46}">
  <ds:schemaRefs>
    <ds:schemaRef ds:uri="168e0357-5b39-4600-91c2-bfff6e896513"/>
    <ds:schemaRef ds:uri="45f08240-a8f6-4c12-92e3-a27e2ce9cc0c"/>
    <ds:schemaRef ds:uri="8e8908b5-9629-4e23-a531-2fa681483e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EC627E-4F52-48DC-9182-37FBD4CDB51A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168e0357-5b39-4600-91c2-bfff6e896513"/>
    <ds:schemaRef ds:uri="http://purl.org/dc/dcmitype/"/>
    <ds:schemaRef ds:uri="http://www.w3.org/XML/1998/namespace"/>
    <ds:schemaRef ds:uri="8e8908b5-9629-4e23-a531-2fa681483e2f"/>
    <ds:schemaRef ds:uri="http://schemas.microsoft.com/office/2006/documentManagement/types"/>
    <ds:schemaRef ds:uri="http://purl.org/dc/terms/"/>
    <ds:schemaRef ds:uri="http://schemas.microsoft.com/office/infopath/2007/PartnerControls"/>
    <ds:schemaRef ds:uri="45f08240-a8f6-4c12-92e3-a27e2ce9cc0c"/>
  </ds:schemaRefs>
</ds:datastoreItem>
</file>

<file path=customXml/itemProps3.xml><?xml version="1.0" encoding="utf-8"?>
<ds:datastoreItem xmlns:ds="http://schemas.openxmlformats.org/officeDocument/2006/customXml" ds:itemID="{BDF13F52-7890-44FA-B079-813F1CB649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DXC New Brand PPT Template Dec 2025 - EDGE Version</Template>
  <TotalTime>0</TotalTime>
  <Words>248</Words>
  <Application>Microsoft Office PowerPoint</Application>
  <PresentationFormat>Custom</PresentationFormat>
  <Paragraphs>47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DXC</vt:lpstr>
      <vt:lpstr>PowerPoint Presentation</vt:lpstr>
      <vt:lpstr>Agenda</vt:lpstr>
      <vt:lpstr>Section header title is Arial Bold 54pt, up to two lines</vt:lpstr>
      <vt:lpstr>PowerPoint Presentation</vt:lpstr>
      <vt:lpstr>This is a “Bulleted Content” slide</vt:lpstr>
      <vt:lpstr>Additional information sources on EDGE and its content </vt:lpstr>
      <vt:lpstr>Q &amp; 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Presentation Deck Template [add title]</dc:title>
  <dc:subject/>
  <dc:creator>Rojas, Elaine</dc:creator>
  <cp:keywords/>
  <dc:description/>
  <cp:lastModifiedBy>Rojas, Elaine</cp:lastModifiedBy>
  <cp:revision>2</cp:revision>
  <dcterms:created xsi:type="dcterms:W3CDTF">2024-10-15T11:25:31Z</dcterms:created>
  <dcterms:modified xsi:type="dcterms:W3CDTF">2026-10-09T18:28:41Z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2024-03-07T16:54:23Z</vt:lpwstr>
  </property>
  <property fmtid="{D5CDD505-2E9C-101B-9397-08002B2CF9AE}" pid="4" name="MSIP_Label_15394ae5-69af-439d-af88-cb521c31c0c5_Method">
    <vt:lpwstr>Privileged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3fce2177-fe14-4b00-8482-061a0c70a587</vt:lpwstr>
  </property>
  <property fmtid="{D5CDD505-2E9C-101B-9397-08002B2CF9AE}" pid="8" name="MSIP_Label_15394ae5-69af-439d-af88-cb521c31c0c5_ContentBits">
    <vt:lpwstr>0</vt:lpwstr>
  </property>
  <property fmtid="{D5CDD505-2E9C-101B-9397-08002B2CF9AE}" pid="9" name="ContentTypeId">
    <vt:lpwstr>0x010100CB67C9B768FF7B40B5BEA13AB0116710</vt:lpwstr>
  </property>
  <property fmtid="{D5CDD505-2E9C-101B-9397-08002B2CF9AE}" pid="10" name="MediaServiceImageTags">
    <vt:lpwstr/>
  </property>
</Properties>
</file>